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F7B978-5812-C4AB-E103-4A327B94C393}" v="26" dt="2026-07-23T03:37:04.0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20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4EA77-8EB8-A484-911D-4C77327068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39829-A012-C22B-2EE9-1D78279ACF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85B61-3EAA-8809-5255-EB29CF698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77F40-413A-4F93-9C1A-CA2391F61A8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D64E4-6B46-208A-94B7-02A933821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50CB2-B355-409E-FAE9-3B9075453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F4CEB-1D91-4F94-A9CD-3BFABAEC8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013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270C9-57FF-F7C9-7D85-D9EF9A026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2DDA8-DFA9-AB1E-7781-13196AFFD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0780F-FD47-09FD-25F9-2EEB86934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77F40-413A-4F93-9C1A-CA2391F61A8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E2852-9D4F-1FCC-FFB7-BA68D04A9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CB5F3-94A6-12F9-80FB-1BA645619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F4CEB-1D91-4F94-A9CD-3BFABAEC8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91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56D85-FE36-00B5-D48F-DE5A46F51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5E7B5-8048-5B46-EE99-A34134EA5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F57CF-A26F-F79C-3911-8793CA3AD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77F40-413A-4F93-9C1A-CA2391F61A8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ABF31-52E4-FB86-3A7C-4E282A8F9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B6733-37E0-560D-1C0A-9F4FDA215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F4CEB-1D91-4F94-A9CD-3BFABAEC8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256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A5E41-6846-4BEE-424B-BFAAE3E84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22E5D-7E49-BDFA-10CF-5551D54CBD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7B9666-8E56-C85B-8477-1480AE849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89437A-93FE-2D62-E549-EED4D3229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77F40-413A-4F93-9C1A-CA2391F61A8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EE7D4B-0F49-FC21-7508-58DDDAA4A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760B7-823D-CAE9-857A-3A279A3AD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F4CEB-1D91-4F94-A9CD-3BFABAEC8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4221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B308E-41DD-CD74-DB86-088D822D3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9CEE1-A4E0-0392-84D0-30683C5D7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5121C-43A0-DCCD-072B-01BB4A0A34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AC32E6-74A3-E21E-7B05-321B90000E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9B0868-5C41-B58B-0569-1C3F60433D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2749A5-610F-B493-4390-77889C93F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77F40-413A-4F93-9C1A-CA2391F61A8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170A26-5E1B-C135-AACC-AFBD2E2C5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8FA360-B4F1-4460-F1C9-2579B674F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F4CEB-1D91-4F94-A9CD-3BFABAEC8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59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2BBB5-8749-DD66-817B-CCC9507AF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6532A0-F72A-373C-AF04-04F1E5319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77F40-413A-4F93-9C1A-CA2391F61A8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B60329-F808-73A4-470E-3EE521A46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2FB6A0-BF44-8D18-48CA-3A289E7D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F4CEB-1D91-4F94-A9CD-3BFABAEC8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306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99E2DB-0989-1102-9B43-C5A95464D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77F40-413A-4F93-9C1A-CA2391F61A8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B4C449-7767-BC1C-3A12-4C0D1CE87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51208-9D2B-CD03-06A1-BB4F432A8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F4CEB-1D91-4F94-A9CD-3BFABAEC8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217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D37FD-C1B4-CA4A-BBEF-00745CDFA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BDC4C-8649-2D5F-847A-C76F3C441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1A092-EA1C-7C1B-D26F-62892034D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4400B1-359C-9D2E-94E0-D739F0663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77F40-413A-4F93-9C1A-CA2391F61A8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807E2-4BBA-653E-DA1F-262C63DD2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D3637-8EA6-C8DB-F3E3-F6A33203C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F4CEB-1D91-4F94-A9CD-3BFABAEC8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762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AABE1-578D-1BBA-F609-5C304243C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04D216-870C-743A-321E-BE148326B1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8A967D-D75C-F3B2-4AC6-FBC01DDB91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CC0C34-F6D0-676B-98FA-52510A238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77F40-413A-4F93-9C1A-CA2391F61A8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B4E194-804D-7407-FC29-A6E456F4A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16C1F-9C7E-DED1-454B-6168BC533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F4CEB-1D91-4F94-A9CD-3BFABAEC8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291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BC778-30F4-B105-97AD-79A56A7AC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8723D7-8837-2637-9995-51342FFB5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2E363-0B75-6D09-1F7A-163E2D8F3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77F40-413A-4F93-9C1A-CA2391F61A8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78D49-540D-4C29-E989-6C7F8699C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D5633-8CA1-F8BA-7FA4-540619C47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F4CEB-1D91-4F94-A9CD-3BFABAEC8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930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FCFBE3-8719-8293-2889-5DE3DB14E8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6E9335-7880-CF9B-FEE8-1936D8E8A9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57F2D-8847-A7CE-870D-7E8054B1F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77F40-413A-4F93-9C1A-CA2391F61A8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99977-C47D-D5A0-95EB-7B8C3741E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808D9-CC5D-F3BC-3B08-0C22B4EFE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F4CEB-1D91-4F94-A9CD-3BFABAEC8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015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BC7016-90EC-EC63-7BA9-F5E81A44E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13F4C6-9540-24F1-CC05-8FF40A583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661C1-3A1D-F89F-1349-53B28D2E1F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677F40-413A-4F93-9C1A-CA2391F61A8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E4AF1-2222-AA42-5916-D0D91BC565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29679-B16C-518B-C07A-8C6EE976C9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BF4CEB-1D91-4F94-A9CD-3BFABAEC8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36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AB718-B7E7-E50E-B59B-9E0295CBA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5687" y="2236210"/>
            <a:ext cx="7060624" cy="66285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75DED2-C5F7-6254-FE10-D2FC338411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958935"/>
            <a:ext cx="9144000" cy="165576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Caesar to Vigenère: Evolution of Substitution Ciphers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1CB88B-C9C7-DF17-8FA2-90AED808BA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2893" y="124187"/>
            <a:ext cx="862950" cy="862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F7AFB9-824A-ECA5-679E-6CBA7EA9D9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531" y="197932"/>
            <a:ext cx="7772938" cy="9975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5A6AA2-A6E5-F181-4C24-6DB2E4E814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57" y="65719"/>
            <a:ext cx="847959" cy="9214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EBC68EF-85FE-0328-0DCB-B2E247BFDBD9}"/>
              </a:ext>
            </a:extLst>
          </p:cNvPr>
          <p:cNvSpPr txBox="1"/>
          <p:nvPr/>
        </p:nvSpPr>
        <p:spPr>
          <a:xfrm>
            <a:off x="2085107" y="3198167"/>
            <a:ext cx="8378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CSA5107 – CRYPTOGRAPHY AND NETWORK SECURITY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2081B9-EC45-F110-DFB1-6CAD36E39F28}"/>
              </a:ext>
            </a:extLst>
          </p:cNvPr>
          <p:cNvSpPr txBox="1"/>
          <p:nvPr/>
        </p:nvSpPr>
        <p:spPr>
          <a:xfrm>
            <a:off x="9614825" y="5610190"/>
            <a:ext cx="246416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/>
                <a:cs typeface="Times New Roman"/>
              </a:rPr>
              <a:t>Hemanth P </a:t>
            </a:r>
          </a:p>
          <a:p>
            <a:r>
              <a:rPr lang="en-US" sz="2000">
                <a:latin typeface="Times New Roman"/>
                <a:cs typeface="Times New Roman"/>
              </a:rPr>
              <a:t>192524297</a:t>
            </a:r>
          </a:p>
        </p:txBody>
      </p:sp>
    </p:spTree>
    <p:extLst>
      <p:ext uri="{BB962C8B-B14F-4D97-AF65-F5344CB8AC3E}">
        <p14:creationId xmlns:p14="http://schemas.microsoft.com/office/powerpoint/2010/main" val="845252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9CEFBF-DBA5-444A-B000-CFFA3F3469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2893" y="124187"/>
            <a:ext cx="862950" cy="862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476C12-D96C-A321-7C54-59BA78308B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57" y="65719"/>
            <a:ext cx="847959" cy="9214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79F2F1-2BA3-1160-9E01-4AC4168A99FF}"/>
              </a:ext>
            </a:extLst>
          </p:cNvPr>
          <p:cNvSpPr txBox="1"/>
          <p:nvPr/>
        </p:nvSpPr>
        <p:spPr>
          <a:xfrm>
            <a:off x="3516754" y="893618"/>
            <a:ext cx="5143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ACA844-6800-8850-F255-AE41029E3435}"/>
              </a:ext>
            </a:extLst>
          </p:cNvPr>
          <p:cNvSpPr txBox="1"/>
          <p:nvPr/>
        </p:nvSpPr>
        <p:spPr>
          <a:xfrm>
            <a:off x="1584045" y="2317173"/>
            <a:ext cx="962884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Cryptography is the science of securing information.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Substitution ciphers replace plaintext characters with other characters.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Caesar and Vigenère ciphers are important milestones in cryptography.</a:t>
            </a:r>
          </a:p>
        </p:txBody>
      </p:sp>
    </p:spTree>
    <p:extLst>
      <p:ext uri="{BB962C8B-B14F-4D97-AF65-F5344CB8AC3E}">
        <p14:creationId xmlns:p14="http://schemas.microsoft.com/office/powerpoint/2010/main" val="1611052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299B3C-A921-83B4-34FA-296E9F7EB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2893" y="124187"/>
            <a:ext cx="862950" cy="862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6082AD-CFC5-2DE1-8EFD-9AD2924867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57" y="65719"/>
            <a:ext cx="847959" cy="9214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AF7F3A-7FE7-65BC-49B4-C15AD78812D2}"/>
              </a:ext>
            </a:extLst>
          </p:cNvPr>
          <p:cNvSpPr txBox="1"/>
          <p:nvPr/>
        </p:nvSpPr>
        <p:spPr>
          <a:xfrm>
            <a:off x="3516754" y="893618"/>
            <a:ext cx="5143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D83926-EC24-079B-196E-BBE530B42D1D}"/>
              </a:ext>
            </a:extLst>
          </p:cNvPr>
          <p:cNvSpPr txBox="1"/>
          <p:nvPr/>
        </p:nvSpPr>
        <p:spPr>
          <a:xfrm>
            <a:off x="1558636" y="2202874"/>
            <a:ext cx="565265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by Julius Caesar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Shift-based substitution technique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and decryption process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Plaintext: HELLO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Shift: 3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Ciphertext: KHOOR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limitations </a:t>
            </a:r>
          </a:p>
        </p:txBody>
      </p:sp>
    </p:spTree>
    <p:extLst>
      <p:ext uri="{BB962C8B-B14F-4D97-AF65-F5344CB8AC3E}">
        <p14:creationId xmlns:p14="http://schemas.microsoft.com/office/powerpoint/2010/main" val="2363103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A106C2-EE97-56C6-9C6F-2FC69F21E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2893" y="124187"/>
            <a:ext cx="862950" cy="862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349CF3-110C-6D17-BFEE-E84046EFF6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57" y="65719"/>
            <a:ext cx="847959" cy="9214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3D8412-4821-3F09-E41B-D9BE2ED44779}"/>
              </a:ext>
            </a:extLst>
          </p:cNvPr>
          <p:cNvSpPr txBox="1"/>
          <p:nvPr/>
        </p:nvSpPr>
        <p:spPr>
          <a:xfrm>
            <a:off x="1298862" y="1693718"/>
            <a:ext cx="774122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Monoalphabetic Substitution Cipher: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One-to-one letter replacement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Key-based substitution alphabet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and working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analysis attack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Polyalphabetic Substitution Cipher: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of using multiple substitution alphabets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stronger encryption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 over monoalphabetic ciphers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1803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886F93-0E08-1A3E-8F8D-67CECCF319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2893" y="124187"/>
            <a:ext cx="862950" cy="862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7A2C40-93B2-8C12-A1ED-5AFC2F8C3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57" y="65719"/>
            <a:ext cx="847959" cy="9214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6F2C10-393D-7CF0-BBD5-C5B744A8179A}"/>
              </a:ext>
            </a:extLst>
          </p:cNvPr>
          <p:cNvSpPr txBox="1"/>
          <p:nvPr/>
        </p:nvSpPr>
        <p:spPr>
          <a:xfrm>
            <a:off x="3516754" y="893618"/>
            <a:ext cx="5143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VIGENERE CIPHER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6640D3-3D26-170D-BB27-A69F06A23FF0}"/>
              </a:ext>
            </a:extLst>
          </p:cNvPr>
          <p:cNvSpPr txBox="1"/>
          <p:nvPr/>
        </p:nvSpPr>
        <p:spPr>
          <a:xfrm>
            <a:off x="1402772" y="2389909"/>
            <a:ext cx="828155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Invented by Blaise de Vigenère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keyword for encryption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Vigenère Table (Tabula Recta)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and decryption process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5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Plaintext: HELLO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5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Key: KEY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5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Ciphertext: RIJVS</a:t>
            </a:r>
          </a:p>
        </p:txBody>
      </p:sp>
    </p:spTree>
    <p:extLst>
      <p:ext uri="{BB962C8B-B14F-4D97-AF65-F5344CB8AC3E}">
        <p14:creationId xmlns:p14="http://schemas.microsoft.com/office/powerpoint/2010/main" val="4242418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EAEFB-062F-26FF-B1B8-8E59A2DD6EAE}"/>
              </a:ext>
            </a:extLst>
          </p:cNvPr>
          <p:cNvSpPr txBox="1">
            <a:spLocks/>
          </p:cNvSpPr>
          <p:nvPr/>
        </p:nvSpPr>
        <p:spPr>
          <a:xfrm>
            <a:off x="1981199" y="804575"/>
            <a:ext cx="82296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FFE07EF-CB51-E298-508E-F1E94F6EB1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894052"/>
              </p:ext>
            </p:extLst>
          </p:nvPr>
        </p:nvGraphicFramePr>
        <p:xfrm>
          <a:off x="1404505" y="1947575"/>
          <a:ext cx="9382989" cy="402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7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7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76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1200">
                <a:tc>
                  <a:txBody>
                    <a:bodyPr/>
                    <a:lstStyle/>
                    <a:p>
                      <a:pPr algn="ctr"/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Caesar Cipher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Vigenère Cipher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200">
                <a:tc>
                  <a:txBody>
                    <a:bodyPr/>
                    <a:lstStyle/>
                    <a:p>
                      <a:pPr algn="ctr"/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Monoalphabetic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Polyalphabetic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1200">
                <a:tc>
                  <a:txBody>
                    <a:bodyPr/>
                    <a:lstStyle/>
                    <a:p>
                      <a:pPr algn="ctr"/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Shift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Keyword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1200">
                <a:tc>
                  <a:txBody>
                    <a:bodyPr/>
                    <a:lstStyle/>
                    <a:p>
                      <a:pPr algn="ctr"/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1200">
                <a:tc>
                  <a:txBody>
                    <a:bodyPr/>
                    <a:lstStyle/>
                    <a:p>
                      <a:pPr algn="ctr"/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Brute Force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Kasiski Examination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1200">
                <a:tc>
                  <a:txBody>
                    <a:bodyPr/>
                    <a:lstStyle/>
                    <a:p>
                      <a:pPr algn="ctr"/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Complex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1B6943A-DFFA-F759-E04E-95E61A73AE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2893" y="124187"/>
            <a:ext cx="862950" cy="862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94DE55-1A91-2431-67AD-552270292B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57" y="65719"/>
            <a:ext cx="847959" cy="92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640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70003A-4B45-0C16-ABD7-3356E61F68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2893" y="124187"/>
            <a:ext cx="862950" cy="862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DD7DEE-5346-1E41-4EC9-F92AB4764C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57" y="65719"/>
            <a:ext cx="847959" cy="9214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218965-F249-FBF3-4DBC-A37856F73BDF}"/>
              </a:ext>
            </a:extLst>
          </p:cNvPr>
          <p:cNvSpPr txBox="1"/>
          <p:nvPr/>
        </p:nvSpPr>
        <p:spPr>
          <a:xfrm>
            <a:off x="687531" y="1066452"/>
            <a:ext cx="10816937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journey from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Vigenère Cipher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demonstrates how cryptography evolved from simple letter shifts to more sophisticated multi-key encryption methods, paving the way for modern secure communication.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one of the earliest and simplest substitution ciphers, using a fixed shift for encryption.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Vigenère Cipher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improved upon Caesar Cipher by using a keyword and multiple substitution alphabets.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Vigenère Cipher provides better security and is more resistant to frequency analysis than Caesar Cipher.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evolution from Caesar to Vigenère demonstrates the growing need for stronger encryption methods.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013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272</Words>
  <Application>Microsoft Office PowerPoint</Application>
  <PresentationFormat>Widescreen</PresentationFormat>
  <Paragraphs>62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Technical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GLAD 1202</dc:creator>
  <cp:lastModifiedBy>GLAD 1202</cp:lastModifiedBy>
  <cp:revision>16</cp:revision>
  <dcterms:created xsi:type="dcterms:W3CDTF">2026-07-23T03:00:11Z</dcterms:created>
  <dcterms:modified xsi:type="dcterms:W3CDTF">2026-07-23T03:37:27Z</dcterms:modified>
</cp:coreProperties>
</file>