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95" r:id="rId3"/>
    <p:sldId id="297" r:id="rId4"/>
    <p:sldId id="298" r:id="rId5"/>
    <p:sldId id="299" r:id="rId6"/>
    <p:sldId id="305" r:id="rId7"/>
    <p:sldId id="300" r:id="rId8"/>
    <p:sldId id="301" r:id="rId9"/>
    <p:sldId id="302" r:id="rId10"/>
    <p:sldId id="304" r:id="rId11"/>
    <p:sldId id="303" r:id="rId12"/>
    <p:sldId id="275" r:id="rId13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89" autoAdjust="0"/>
    <p:restoredTop sz="94660"/>
  </p:normalViewPr>
  <p:slideViewPr>
    <p:cSldViewPr snapToGrid="0">
      <p:cViewPr varScale="1">
        <p:scale>
          <a:sx n="59" d="100"/>
          <a:sy n="59" d="100"/>
        </p:scale>
        <p:origin x="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 VISHNU" userId="570f2da9b6c386e8" providerId="LiveId" clId="{1A9ADDF7-972D-4C8C-A99F-E6355D3D8647}"/>
    <pc:docChg chg="modSld">
      <pc:chgData name="KA VISHNU" userId="570f2da9b6c386e8" providerId="LiveId" clId="{1A9ADDF7-972D-4C8C-A99F-E6355D3D8647}" dt="2026-07-28T04:39:28.857" v="0" actId="20577"/>
      <pc:docMkLst>
        <pc:docMk/>
      </pc:docMkLst>
      <pc:sldChg chg="modSp mod">
        <pc:chgData name="KA VISHNU" userId="570f2da9b6c386e8" providerId="LiveId" clId="{1A9ADDF7-972D-4C8C-A99F-E6355D3D8647}" dt="2026-07-28T04:39:28.857" v="0" actId="20577"/>
        <pc:sldMkLst>
          <pc:docMk/>
          <pc:sldMk cId="0" sldId="256"/>
        </pc:sldMkLst>
        <pc:spChg chg="mod">
          <ac:chgData name="KA VISHNU" userId="570f2da9b6c386e8" providerId="LiveId" clId="{1A9ADDF7-972D-4C8C-A99F-E6355D3D8647}" dt="2026-07-28T04:39:28.857" v="0" actId="20577"/>
          <ac:spMkLst>
            <pc:docMk/>
            <pc:sldMk cId="0" sldId="256"/>
            <ac:spMk id="3" creationId="{C642C6E0-7607-5651-FFBB-7B4B8FC62F6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5C2535-BED4-4ABF-9C8E-0B7C9C32F29A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9E1C1028-200A-4FF8-AE96-BC9C2A05B0EF}" type="pres">
      <dgm:prSet presAssocID="{A75C2535-BED4-4ABF-9C8E-0B7C9C32F29A}" presName="Name0" presStyleCnt="0">
        <dgm:presLayoutVars>
          <dgm:dir/>
          <dgm:resizeHandles val="exact"/>
        </dgm:presLayoutVars>
      </dgm:prSet>
      <dgm:spPr/>
    </dgm:pt>
  </dgm:ptLst>
  <dgm:cxnLst>
    <dgm:cxn modelId="{BBF2FCFE-EF95-42AB-AEC4-B1E31F8F8DA1}" type="presOf" srcId="{A75C2535-BED4-4ABF-9C8E-0B7C9C32F29A}" destId="{9E1C1028-200A-4FF8-AE96-BC9C2A05B0EF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ED6AB1-CC35-4194-ABA5-168AFA7386C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D054E9-4E60-41E4-8020-E840E612A512}">
      <dgm:prSet phldrT="[Text]" phldr="0" custT="1"/>
      <dgm:spPr/>
      <dgm:t>
        <a:bodyPr/>
        <a:lstStyle/>
        <a:p>
          <a:pPr algn="ctr"/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User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55B608-19CD-460A-8832-B11396CDB36A}" type="parTrans" cxnId="{0C8BEC65-1A01-4570-960A-D74DDEF4F4BF}">
      <dgm:prSet/>
      <dgm:spPr/>
      <dgm:t>
        <a:bodyPr/>
        <a:lstStyle/>
        <a:p>
          <a:endParaRPr lang="en-IN" sz="2000"/>
        </a:p>
      </dgm:t>
    </dgm:pt>
    <dgm:pt modelId="{CB0CACC3-B381-4E22-9425-ED26DD53B615}" type="sibTrans" cxnId="{0C8BEC65-1A01-4570-960A-D74DDEF4F4BF}">
      <dgm:prSet custT="1"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1B5543-24EE-492B-9F42-67BDDEC5F0DF}">
      <dgm:prSet phldrT="[Text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User Interface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756E8B-BB78-4B6E-8A9B-48ED492D9E4D}" type="parTrans" cxnId="{4BC87E30-9BFA-453F-8DFC-FF48D6CC670B}">
      <dgm:prSet/>
      <dgm:spPr/>
      <dgm:t>
        <a:bodyPr/>
        <a:lstStyle/>
        <a:p>
          <a:endParaRPr lang="en-IN" sz="2000"/>
        </a:p>
      </dgm:t>
    </dgm:pt>
    <dgm:pt modelId="{C275B457-454E-4BAE-A5DE-E889538ECE0C}" type="sibTrans" cxnId="{4BC87E30-9BFA-453F-8DFC-FF48D6CC670B}">
      <dgm:prSet custT="1"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21C4E7-7D76-4FA6-8198-45B2397D7DAE}">
      <dgm:prSet phldrT="[Text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File Processing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5ECA45-52F1-46B0-93D9-3EB56B5E5B9E}" type="parTrans" cxnId="{8BFD0F63-F875-4DCB-97BD-0A4F25D4D66F}">
      <dgm:prSet/>
      <dgm:spPr/>
      <dgm:t>
        <a:bodyPr/>
        <a:lstStyle/>
        <a:p>
          <a:endParaRPr lang="en-IN" sz="2000"/>
        </a:p>
      </dgm:t>
    </dgm:pt>
    <dgm:pt modelId="{810259BA-D022-4311-8822-F51B35D581A2}" type="sibTrans" cxnId="{8BFD0F63-F875-4DCB-97BD-0A4F25D4D66F}">
      <dgm:prSet custT="1"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BD92A3-2A93-4478-B886-43C4786DE7F2}">
      <dgm:prSet phldrT="[Text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AES Encryption and Key generation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15A8EC-525F-4C47-BAC9-43887B7E0FFD}" type="parTrans" cxnId="{95CFE322-F863-4CE5-9290-06CC9487DDE9}">
      <dgm:prSet/>
      <dgm:spPr/>
      <dgm:t>
        <a:bodyPr/>
        <a:lstStyle/>
        <a:p>
          <a:endParaRPr lang="en-IN" sz="2000"/>
        </a:p>
      </dgm:t>
    </dgm:pt>
    <dgm:pt modelId="{70B85E49-3C97-472A-B99B-F3A8CF564111}" type="sibTrans" cxnId="{95CFE322-F863-4CE5-9290-06CC9487DDE9}">
      <dgm:prSet custT="1"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38C48B-F9B7-4204-937D-ABF4BA4AF664}">
      <dgm:prSet phldrT="[Text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Secure storage</a:t>
          </a:r>
        </a:p>
      </dgm:t>
    </dgm:pt>
    <dgm:pt modelId="{42ED23D7-02BD-483A-84A0-B877028C1E9C}" type="parTrans" cxnId="{CA99FCC0-538A-494B-8874-9E94B6B81ABD}">
      <dgm:prSet/>
      <dgm:spPr/>
      <dgm:t>
        <a:bodyPr/>
        <a:lstStyle/>
        <a:p>
          <a:endParaRPr lang="en-IN" sz="2000"/>
        </a:p>
      </dgm:t>
    </dgm:pt>
    <dgm:pt modelId="{B79FA2C4-C0B9-4D65-9A96-38EC1F221518}" type="sibTrans" cxnId="{CA99FCC0-538A-494B-8874-9E94B6B81ABD}">
      <dgm:prSet custT="1"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6F7B34-0CED-4008-B99D-E8B28D59A7F7}">
      <dgm:prSet phldrT="[Text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AES decryption</a:t>
          </a:r>
        </a:p>
      </dgm:t>
    </dgm:pt>
    <dgm:pt modelId="{5F5BA064-A615-407C-A9C9-C77C7D4E19AE}" type="parTrans" cxnId="{B380DD74-7031-4466-9AF0-DDAFF9BD077F}">
      <dgm:prSet/>
      <dgm:spPr/>
      <dgm:t>
        <a:bodyPr/>
        <a:lstStyle/>
        <a:p>
          <a:endParaRPr lang="en-IN" sz="2000"/>
        </a:p>
      </dgm:t>
    </dgm:pt>
    <dgm:pt modelId="{88C77F4D-D114-4B39-9318-380AEEDF5183}" type="sibTrans" cxnId="{B380DD74-7031-4466-9AF0-DDAFF9BD077F}">
      <dgm:prSet custT="1"/>
      <dgm:spPr/>
      <dgm:t>
        <a:bodyPr/>
        <a:lstStyle/>
        <a:p>
          <a:endParaRPr lang="en-IN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2B6080-FCE7-4BA0-A57B-87D387348A1B}">
      <dgm:prSet phldrT="[Text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Original File Output</a:t>
          </a:r>
        </a:p>
      </dgm:t>
    </dgm:pt>
    <dgm:pt modelId="{A4E9FD10-553F-4C9F-8787-502FD7E411FC}" type="parTrans" cxnId="{C37A3981-CE84-47A0-B874-B685FE9A4CB9}">
      <dgm:prSet/>
      <dgm:spPr/>
      <dgm:t>
        <a:bodyPr/>
        <a:lstStyle/>
        <a:p>
          <a:endParaRPr lang="en-IN" sz="2000"/>
        </a:p>
      </dgm:t>
    </dgm:pt>
    <dgm:pt modelId="{ABE701FF-C554-4AA3-AE1B-11B85ADF2D22}" type="sibTrans" cxnId="{C37A3981-CE84-47A0-B874-B685FE9A4CB9}">
      <dgm:prSet/>
      <dgm:spPr/>
      <dgm:t>
        <a:bodyPr/>
        <a:lstStyle/>
        <a:p>
          <a:endParaRPr lang="en-IN" sz="2000"/>
        </a:p>
      </dgm:t>
    </dgm:pt>
    <dgm:pt modelId="{13BE28DE-5CB2-423B-8980-A7164E78DDD6}" type="pres">
      <dgm:prSet presAssocID="{26ED6AB1-CC35-4194-ABA5-168AFA7386C4}" presName="Name0" presStyleCnt="0">
        <dgm:presLayoutVars>
          <dgm:dir/>
          <dgm:resizeHandles val="exact"/>
        </dgm:presLayoutVars>
      </dgm:prSet>
      <dgm:spPr/>
    </dgm:pt>
    <dgm:pt modelId="{2AE0D975-DD16-415F-84AE-393AB09BEB16}" type="pres">
      <dgm:prSet presAssocID="{A9D054E9-4E60-41E4-8020-E840E612A512}" presName="node" presStyleLbl="node1" presStyleIdx="0" presStyleCnt="7" custScaleX="93726" custScaleY="87504">
        <dgm:presLayoutVars>
          <dgm:bulletEnabled val="1"/>
        </dgm:presLayoutVars>
      </dgm:prSet>
      <dgm:spPr/>
    </dgm:pt>
    <dgm:pt modelId="{40EC6853-3A5B-4A8F-8CE5-9C0C13409757}" type="pres">
      <dgm:prSet presAssocID="{CB0CACC3-B381-4E22-9425-ED26DD53B615}" presName="sibTrans" presStyleLbl="sibTrans2D1" presStyleIdx="0" presStyleCnt="6"/>
      <dgm:spPr/>
    </dgm:pt>
    <dgm:pt modelId="{3C679258-B2F7-45C7-9D97-9DAE13437342}" type="pres">
      <dgm:prSet presAssocID="{CB0CACC3-B381-4E22-9425-ED26DD53B615}" presName="connectorText" presStyleLbl="sibTrans2D1" presStyleIdx="0" presStyleCnt="6"/>
      <dgm:spPr/>
    </dgm:pt>
    <dgm:pt modelId="{91C52345-16D9-4148-8C97-8E0A2903340E}" type="pres">
      <dgm:prSet presAssocID="{CC1B5543-24EE-492B-9F42-67BDDEC5F0DF}" presName="node" presStyleLbl="node1" presStyleIdx="1" presStyleCnt="7" custScaleX="116655" custScaleY="67399">
        <dgm:presLayoutVars>
          <dgm:bulletEnabled val="1"/>
        </dgm:presLayoutVars>
      </dgm:prSet>
      <dgm:spPr/>
    </dgm:pt>
    <dgm:pt modelId="{D4FFE54B-3304-4986-B602-A80010AC8A1A}" type="pres">
      <dgm:prSet presAssocID="{C275B457-454E-4BAE-A5DE-E889538ECE0C}" presName="sibTrans" presStyleLbl="sibTrans2D1" presStyleIdx="1" presStyleCnt="6"/>
      <dgm:spPr/>
    </dgm:pt>
    <dgm:pt modelId="{F90D3601-60A0-4FFD-9739-0FE94D2310EC}" type="pres">
      <dgm:prSet presAssocID="{C275B457-454E-4BAE-A5DE-E889538ECE0C}" presName="connectorText" presStyleLbl="sibTrans2D1" presStyleIdx="1" presStyleCnt="6"/>
      <dgm:spPr/>
    </dgm:pt>
    <dgm:pt modelId="{478D1D3A-3E57-4C74-AE7C-32A2766F9A78}" type="pres">
      <dgm:prSet presAssocID="{8A21C4E7-7D76-4FA6-8198-45B2397D7DAE}" presName="node" presStyleLbl="node1" presStyleIdx="2" presStyleCnt="7" custScaleX="125244" custScaleY="68585">
        <dgm:presLayoutVars>
          <dgm:bulletEnabled val="1"/>
        </dgm:presLayoutVars>
      </dgm:prSet>
      <dgm:spPr/>
    </dgm:pt>
    <dgm:pt modelId="{A934F660-68E3-48ED-9A40-499FF182BB6D}" type="pres">
      <dgm:prSet presAssocID="{810259BA-D022-4311-8822-F51B35D581A2}" presName="sibTrans" presStyleLbl="sibTrans2D1" presStyleIdx="2" presStyleCnt="6"/>
      <dgm:spPr/>
    </dgm:pt>
    <dgm:pt modelId="{CF52BCB5-3F6A-4E37-8CC1-C6F5C5A299E0}" type="pres">
      <dgm:prSet presAssocID="{810259BA-D022-4311-8822-F51B35D581A2}" presName="connectorText" presStyleLbl="sibTrans2D1" presStyleIdx="2" presStyleCnt="6"/>
      <dgm:spPr/>
    </dgm:pt>
    <dgm:pt modelId="{AD8D39AA-D320-42A7-A52F-FBCC17B6A3A0}" type="pres">
      <dgm:prSet presAssocID="{ADBD92A3-2A93-4478-B886-43C4786DE7F2}" presName="node" presStyleLbl="node1" presStyleIdx="3" presStyleCnt="7" custScaleX="175752" custScaleY="143397">
        <dgm:presLayoutVars>
          <dgm:bulletEnabled val="1"/>
        </dgm:presLayoutVars>
      </dgm:prSet>
      <dgm:spPr/>
    </dgm:pt>
    <dgm:pt modelId="{627B954F-213D-4D72-8408-F9C6A02C4EF8}" type="pres">
      <dgm:prSet presAssocID="{70B85E49-3C97-472A-B99B-F3A8CF564111}" presName="sibTrans" presStyleLbl="sibTrans2D1" presStyleIdx="3" presStyleCnt="6"/>
      <dgm:spPr/>
    </dgm:pt>
    <dgm:pt modelId="{009E24D5-1BCF-49BD-AA7F-976215F3519C}" type="pres">
      <dgm:prSet presAssocID="{70B85E49-3C97-472A-B99B-F3A8CF564111}" presName="connectorText" presStyleLbl="sibTrans2D1" presStyleIdx="3" presStyleCnt="6"/>
      <dgm:spPr/>
    </dgm:pt>
    <dgm:pt modelId="{D35530EC-5DA8-415A-A013-6FAE284CDF5A}" type="pres">
      <dgm:prSet presAssocID="{5938C48B-F9B7-4204-937D-ABF4BA4AF664}" presName="node" presStyleLbl="node1" presStyleIdx="4" presStyleCnt="7" custScaleX="125800" custScaleY="109349" custLinFactX="-112596" custLinFactY="100000" custLinFactNeighborX="-200000" custLinFactNeighborY="142908">
        <dgm:presLayoutVars>
          <dgm:bulletEnabled val="1"/>
        </dgm:presLayoutVars>
      </dgm:prSet>
      <dgm:spPr/>
    </dgm:pt>
    <dgm:pt modelId="{4A7BC3B9-3EE0-4219-B637-E61FCA3AE0F7}" type="pres">
      <dgm:prSet presAssocID="{B79FA2C4-C0B9-4D65-9A96-38EC1F221518}" presName="sibTrans" presStyleLbl="sibTrans2D1" presStyleIdx="4" presStyleCnt="6"/>
      <dgm:spPr/>
    </dgm:pt>
    <dgm:pt modelId="{06EBD043-B6A6-4540-94B3-C88EEC3439ED}" type="pres">
      <dgm:prSet presAssocID="{B79FA2C4-C0B9-4D65-9A96-38EC1F221518}" presName="connectorText" presStyleLbl="sibTrans2D1" presStyleIdx="4" presStyleCnt="6"/>
      <dgm:spPr/>
    </dgm:pt>
    <dgm:pt modelId="{D8FC0621-E850-435F-BF64-2A0A1E182ED9}" type="pres">
      <dgm:prSet presAssocID="{A16F7B34-0CED-4008-B99D-E8B28D59A7F7}" presName="node" presStyleLbl="node1" presStyleIdx="5" presStyleCnt="7" custLinFactX="-363409" custLinFactY="100000" custLinFactNeighborX="-400000" custLinFactNeighborY="151164">
        <dgm:presLayoutVars>
          <dgm:bulletEnabled val="1"/>
        </dgm:presLayoutVars>
      </dgm:prSet>
      <dgm:spPr/>
    </dgm:pt>
    <dgm:pt modelId="{3447C27F-C046-4370-B6D8-C3C89B3559E5}" type="pres">
      <dgm:prSet presAssocID="{88C77F4D-D114-4B39-9318-380AEEDF5183}" presName="sibTrans" presStyleLbl="sibTrans2D1" presStyleIdx="5" presStyleCnt="6"/>
      <dgm:spPr/>
    </dgm:pt>
    <dgm:pt modelId="{A3452142-75AA-4AAB-9A3E-752C3CE29B98}" type="pres">
      <dgm:prSet presAssocID="{88C77F4D-D114-4B39-9318-380AEEDF5183}" presName="connectorText" presStyleLbl="sibTrans2D1" presStyleIdx="5" presStyleCnt="6"/>
      <dgm:spPr/>
    </dgm:pt>
    <dgm:pt modelId="{3AEBF933-564D-4648-B6F4-02CF512C7026}" type="pres">
      <dgm:prSet presAssocID="{CD2B6080-FCE7-4BA0-A57B-87D387348A1B}" presName="node" presStyleLbl="node1" presStyleIdx="6" presStyleCnt="7" custScaleX="124707" custScaleY="131215" custLinFactX="-600000" custLinFactY="100000" custLinFactNeighborX="-685493" custLinFactNeighborY="145315">
        <dgm:presLayoutVars>
          <dgm:bulletEnabled val="1"/>
        </dgm:presLayoutVars>
      </dgm:prSet>
      <dgm:spPr/>
    </dgm:pt>
  </dgm:ptLst>
  <dgm:cxnLst>
    <dgm:cxn modelId="{FA5F650A-424B-485A-B776-75BB3C541FFA}" type="presOf" srcId="{A16F7B34-0CED-4008-B99D-E8B28D59A7F7}" destId="{D8FC0621-E850-435F-BF64-2A0A1E182ED9}" srcOrd="0" destOrd="0" presId="urn:microsoft.com/office/officeart/2005/8/layout/process1"/>
    <dgm:cxn modelId="{4FB9900E-EC09-465A-91A2-4249BEC15520}" type="presOf" srcId="{B79FA2C4-C0B9-4D65-9A96-38EC1F221518}" destId="{06EBD043-B6A6-4540-94B3-C88EEC3439ED}" srcOrd="1" destOrd="0" presId="urn:microsoft.com/office/officeart/2005/8/layout/process1"/>
    <dgm:cxn modelId="{04970912-F9E4-479B-B92F-0DD8C60007F8}" type="presOf" srcId="{70B85E49-3C97-472A-B99B-F3A8CF564111}" destId="{627B954F-213D-4D72-8408-F9C6A02C4EF8}" srcOrd="0" destOrd="0" presId="urn:microsoft.com/office/officeart/2005/8/layout/process1"/>
    <dgm:cxn modelId="{95CFE322-F863-4CE5-9290-06CC9487DDE9}" srcId="{26ED6AB1-CC35-4194-ABA5-168AFA7386C4}" destId="{ADBD92A3-2A93-4478-B886-43C4786DE7F2}" srcOrd="3" destOrd="0" parTransId="{9115A8EC-525F-4C47-BAC9-43887B7E0FFD}" sibTransId="{70B85E49-3C97-472A-B99B-F3A8CF564111}"/>
    <dgm:cxn modelId="{129D8C28-357D-4042-9C33-84EFBEC1AB87}" type="presOf" srcId="{ADBD92A3-2A93-4478-B886-43C4786DE7F2}" destId="{AD8D39AA-D320-42A7-A52F-FBCC17B6A3A0}" srcOrd="0" destOrd="0" presId="urn:microsoft.com/office/officeart/2005/8/layout/process1"/>
    <dgm:cxn modelId="{4BC87E30-9BFA-453F-8DFC-FF48D6CC670B}" srcId="{26ED6AB1-CC35-4194-ABA5-168AFA7386C4}" destId="{CC1B5543-24EE-492B-9F42-67BDDEC5F0DF}" srcOrd="1" destOrd="0" parTransId="{C4756E8B-BB78-4B6E-8A9B-48ED492D9E4D}" sibTransId="{C275B457-454E-4BAE-A5DE-E889538ECE0C}"/>
    <dgm:cxn modelId="{615E0B43-D508-4D50-ABC4-580C9A437DEE}" type="presOf" srcId="{88C77F4D-D114-4B39-9318-380AEEDF5183}" destId="{A3452142-75AA-4AAB-9A3E-752C3CE29B98}" srcOrd="1" destOrd="0" presId="urn:microsoft.com/office/officeart/2005/8/layout/process1"/>
    <dgm:cxn modelId="{8BFD0F63-F875-4DCB-97BD-0A4F25D4D66F}" srcId="{26ED6AB1-CC35-4194-ABA5-168AFA7386C4}" destId="{8A21C4E7-7D76-4FA6-8198-45B2397D7DAE}" srcOrd="2" destOrd="0" parTransId="{AE5ECA45-52F1-46B0-93D9-3EB56B5E5B9E}" sibTransId="{810259BA-D022-4311-8822-F51B35D581A2}"/>
    <dgm:cxn modelId="{D0BD6165-23E7-420C-8A80-9AEEFDA263E3}" type="presOf" srcId="{70B85E49-3C97-472A-B99B-F3A8CF564111}" destId="{009E24D5-1BCF-49BD-AA7F-976215F3519C}" srcOrd="1" destOrd="0" presId="urn:microsoft.com/office/officeart/2005/8/layout/process1"/>
    <dgm:cxn modelId="{0C8BEC65-1A01-4570-960A-D74DDEF4F4BF}" srcId="{26ED6AB1-CC35-4194-ABA5-168AFA7386C4}" destId="{A9D054E9-4E60-41E4-8020-E840E612A512}" srcOrd="0" destOrd="0" parTransId="{3B55B608-19CD-460A-8832-B11396CDB36A}" sibTransId="{CB0CACC3-B381-4E22-9425-ED26DD53B615}"/>
    <dgm:cxn modelId="{0F9EDF69-36F1-44C8-8982-31C16883DE37}" type="presOf" srcId="{A9D054E9-4E60-41E4-8020-E840E612A512}" destId="{2AE0D975-DD16-415F-84AE-393AB09BEB16}" srcOrd="0" destOrd="0" presId="urn:microsoft.com/office/officeart/2005/8/layout/process1"/>
    <dgm:cxn modelId="{0DCFAF4C-609B-436F-A227-E14E5617B0A6}" type="presOf" srcId="{CB0CACC3-B381-4E22-9425-ED26DD53B615}" destId="{3C679258-B2F7-45C7-9D97-9DAE13437342}" srcOrd="1" destOrd="0" presId="urn:microsoft.com/office/officeart/2005/8/layout/process1"/>
    <dgm:cxn modelId="{CE4B2A71-59BD-42EB-B065-4986971BC18B}" type="presOf" srcId="{CB0CACC3-B381-4E22-9425-ED26DD53B615}" destId="{40EC6853-3A5B-4A8F-8CE5-9C0C13409757}" srcOrd="0" destOrd="0" presId="urn:microsoft.com/office/officeart/2005/8/layout/process1"/>
    <dgm:cxn modelId="{B380DD74-7031-4466-9AF0-DDAFF9BD077F}" srcId="{26ED6AB1-CC35-4194-ABA5-168AFA7386C4}" destId="{A16F7B34-0CED-4008-B99D-E8B28D59A7F7}" srcOrd="5" destOrd="0" parTransId="{5F5BA064-A615-407C-A9C9-C77C7D4E19AE}" sibTransId="{88C77F4D-D114-4B39-9318-380AEEDF5183}"/>
    <dgm:cxn modelId="{46F35376-ABF3-4FA9-88A6-E12F2550A38B}" type="presOf" srcId="{88C77F4D-D114-4B39-9318-380AEEDF5183}" destId="{3447C27F-C046-4370-B6D8-C3C89B3559E5}" srcOrd="0" destOrd="0" presId="urn:microsoft.com/office/officeart/2005/8/layout/process1"/>
    <dgm:cxn modelId="{633D9A7F-5673-4DBA-8262-A1AFFEE0F885}" type="presOf" srcId="{8A21C4E7-7D76-4FA6-8198-45B2397D7DAE}" destId="{478D1D3A-3E57-4C74-AE7C-32A2766F9A78}" srcOrd="0" destOrd="0" presId="urn:microsoft.com/office/officeart/2005/8/layout/process1"/>
    <dgm:cxn modelId="{C37A3981-CE84-47A0-B874-B685FE9A4CB9}" srcId="{26ED6AB1-CC35-4194-ABA5-168AFA7386C4}" destId="{CD2B6080-FCE7-4BA0-A57B-87D387348A1B}" srcOrd="6" destOrd="0" parTransId="{A4E9FD10-553F-4C9F-8787-502FD7E411FC}" sibTransId="{ABE701FF-C554-4AA3-AE1B-11B85ADF2D22}"/>
    <dgm:cxn modelId="{49CA788E-306C-4B51-BDCE-2E44E3B33BEC}" type="presOf" srcId="{5938C48B-F9B7-4204-937D-ABF4BA4AF664}" destId="{D35530EC-5DA8-415A-A013-6FAE284CDF5A}" srcOrd="0" destOrd="0" presId="urn:microsoft.com/office/officeart/2005/8/layout/process1"/>
    <dgm:cxn modelId="{7FA73593-BCBD-4A6D-938F-BF70CD80DF8A}" type="presOf" srcId="{C275B457-454E-4BAE-A5DE-E889538ECE0C}" destId="{F90D3601-60A0-4FFD-9739-0FE94D2310EC}" srcOrd="1" destOrd="0" presId="urn:microsoft.com/office/officeart/2005/8/layout/process1"/>
    <dgm:cxn modelId="{5FC7AD9B-AAF6-45DB-98EA-628D0EE8626C}" type="presOf" srcId="{810259BA-D022-4311-8822-F51B35D581A2}" destId="{CF52BCB5-3F6A-4E37-8CC1-C6F5C5A299E0}" srcOrd="1" destOrd="0" presId="urn:microsoft.com/office/officeart/2005/8/layout/process1"/>
    <dgm:cxn modelId="{8CC4B29B-B399-4592-965F-39C7C2565A49}" type="presOf" srcId="{C275B457-454E-4BAE-A5DE-E889538ECE0C}" destId="{D4FFE54B-3304-4986-B602-A80010AC8A1A}" srcOrd="0" destOrd="0" presId="urn:microsoft.com/office/officeart/2005/8/layout/process1"/>
    <dgm:cxn modelId="{67EBB1B1-F709-4C55-98AB-5D93897F58F4}" type="presOf" srcId="{B79FA2C4-C0B9-4D65-9A96-38EC1F221518}" destId="{4A7BC3B9-3EE0-4219-B637-E61FCA3AE0F7}" srcOrd="0" destOrd="0" presId="urn:microsoft.com/office/officeart/2005/8/layout/process1"/>
    <dgm:cxn modelId="{CA99FCC0-538A-494B-8874-9E94B6B81ABD}" srcId="{26ED6AB1-CC35-4194-ABA5-168AFA7386C4}" destId="{5938C48B-F9B7-4204-937D-ABF4BA4AF664}" srcOrd="4" destOrd="0" parTransId="{42ED23D7-02BD-483A-84A0-B877028C1E9C}" sibTransId="{B79FA2C4-C0B9-4D65-9A96-38EC1F221518}"/>
    <dgm:cxn modelId="{0F31C2D2-F763-4D0B-A9BF-C0F4C27CD46C}" type="presOf" srcId="{810259BA-D022-4311-8822-F51B35D581A2}" destId="{A934F660-68E3-48ED-9A40-499FF182BB6D}" srcOrd="0" destOrd="0" presId="urn:microsoft.com/office/officeart/2005/8/layout/process1"/>
    <dgm:cxn modelId="{C68DCDE1-13D4-44E7-B470-92788A9CD5A7}" type="presOf" srcId="{CC1B5543-24EE-492B-9F42-67BDDEC5F0DF}" destId="{91C52345-16D9-4148-8C97-8E0A2903340E}" srcOrd="0" destOrd="0" presId="urn:microsoft.com/office/officeart/2005/8/layout/process1"/>
    <dgm:cxn modelId="{0C2FFBE6-B1BA-44C9-8200-17F1461D4494}" type="presOf" srcId="{CD2B6080-FCE7-4BA0-A57B-87D387348A1B}" destId="{3AEBF933-564D-4648-B6F4-02CF512C7026}" srcOrd="0" destOrd="0" presId="urn:microsoft.com/office/officeart/2005/8/layout/process1"/>
    <dgm:cxn modelId="{A75D18F8-DC69-4DD5-B35B-5AA0D5B89AC9}" type="presOf" srcId="{26ED6AB1-CC35-4194-ABA5-168AFA7386C4}" destId="{13BE28DE-5CB2-423B-8980-A7164E78DDD6}" srcOrd="0" destOrd="0" presId="urn:microsoft.com/office/officeart/2005/8/layout/process1"/>
    <dgm:cxn modelId="{A9EC2E39-9491-4900-9115-59F00A3EE1F1}" type="presParOf" srcId="{13BE28DE-5CB2-423B-8980-A7164E78DDD6}" destId="{2AE0D975-DD16-415F-84AE-393AB09BEB16}" srcOrd="0" destOrd="0" presId="urn:microsoft.com/office/officeart/2005/8/layout/process1"/>
    <dgm:cxn modelId="{A567707C-FD17-4335-A080-EEE34620D7C4}" type="presParOf" srcId="{13BE28DE-5CB2-423B-8980-A7164E78DDD6}" destId="{40EC6853-3A5B-4A8F-8CE5-9C0C13409757}" srcOrd="1" destOrd="0" presId="urn:microsoft.com/office/officeart/2005/8/layout/process1"/>
    <dgm:cxn modelId="{D6561B57-FB16-4EEB-9954-B88337FACF93}" type="presParOf" srcId="{40EC6853-3A5B-4A8F-8CE5-9C0C13409757}" destId="{3C679258-B2F7-45C7-9D97-9DAE13437342}" srcOrd="0" destOrd="0" presId="urn:microsoft.com/office/officeart/2005/8/layout/process1"/>
    <dgm:cxn modelId="{04752FD6-56D0-4F70-BCB7-4AB5642E71B4}" type="presParOf" srcId="{13BE28DE-5CB2-423B-8980-A7164E78DDD6}" destId="{91C52345-16D9-4148-8C97-8E0A2903340E}" srcOrd="2" destOrd="0" presId="urn:microsoft.com/office/officeart/2005/8/layout/process1"/>
    <dgm:cxn modelId="{1BFF7B85-C4D1-4634-93BA-4F841F12DEC4}" type="presParOf" srcId="{13BE28DE-5CB2-423B-8980-A7164E78DDD6}" destId="{D4FFE54B-3304-4986-B602-A80010AC8A1A}" srcOrd="3" destOrd="0" presId="urn:microsoft.com/office/officeart/2005/8/layout/process1"/>
    <dgm:cxn modelId="{35FBD1AB-4BE2-4777-8F6A-D26FD25F51FC}" type="presParOf" srcId="{D4FFE54B-3304-4986-B602-A80010AC8A1A}" destId="{F90D3601-60A0-4FFD-9739-0FE94D2310EC}" srcOrd="0" destOrd="0" presId="urn:microsoft.com/office/officeart/2005/8/layout/process1"/>
    <dgm:cxn modelId="{0B4108DB-9017-4BF3-BBE9-DED9C435A5AB}" type="presParOf" srcId="{13BE28DE-5CB2-423B-8980-A7164E78DDD6}" destId="{478D1D3A-3E57-4C74-AE7C-32A2766F9A78}" srcOrd="4" destOrd="0" presId="urn:microsoft.com/office/officeart/2005/8/layout/process1"/>
    <dgm:cxn modelId="{7E0766CE-7604-4477-B84D-A5F26D737370}" type="presParOf" srcId="{13BE28DE-5CB2-423B-8980-A7164E78DDD6}" destId="{A934F660-68E3-48ED-9A40-499FF182BB6D}" srcOrd="5" destOrd="0" presId="urn:microsoft.com/office/officeart/2005/8/layout/process1"/>
    <dgm:cxn modelId="{B7D143AC-96AC-4F7B-BFD5-63FAD04D1DB6}" type="presParOf" srcId="{A934F660-68E3-48ED-9A40-499FF182BB6D}" destId="{CF52BCB5-3F6A-4E37-8CC1-C6F5C5A299E0}" srcOrd="0" destOrd="0" presId="urn:microsoft.com/office/officeart/2005/8/layout/process1"/>
    <dgm:cxn modelId="{41520A26-E063-40C7-8559-7074EAB9A230}" type="presParOf" srcId="{13BE28DE-5CB2-423B-8980-A7164E78DDD6}" destId="{AD8D39AA-D320-42A7-A52F-FBCC17B6A3A0}" srcOrd="6" destOrd="0" presId="urn:microsoft.com/office/officeart/2005/8/layout/process1"/>
    <dgm:cxn modelId="{8682BE6A-0D56-46D1-A987-90FB66A8D56C}" type="presParOf" srcId="{13BE28DE-5CB2-423B-8980-A7164E78DDD6}" destId="{627B954F-213D-4D72-8408-F9C6A02C4EF8}" srcOrd="7" destOrd="0" presId="urn:microsoft.com/office/officeart/2005/8/layout/process1"/>
    <dgm:cxn modelId="{66D3A478-62C6-424C-B522-C114A93E7313}" type="presParOf" srcId="{627B954F-213D-4D72-8408-F9C6A02C4EF8}" destId="{009E24D5-1BCF-49BD-AA7F-976215F3519C}" srcOrd="0" destOrd="0" presId="urn:microsoft.com/office/officeart/2005/8/layout/process1"/>
    <dgm:cxn modelId="{F412E890-3513-419C-9F34-C6BE759BAD34}" type="presParOf" srcId="{13BE28DE-5CB2-423B-8980-A7164E78DDD6}" destId="{D35530EC-5DA8-415A-A013-6FAE284CDF5A}" srcOrd="8" destOrd="0" presId="urn:microsoft.com/office/officeart/2005/8/layout/process1"/>
    <dgm:cxn modelId="{F382B644-B2D0-4795-910C-BE2EE74FB6BC}" type="presParOf" srcId="{13BE28DE-5CB2-423B-8980-A7164E78DDD6}" destId="{4A7BC3B9-3EE0-4219-B637-E61FCA3AE0F7}" srcOrd="9" destOrd="0" presId="urn:microsoft.com/office/officeart/2005/8/layout/process1"/>
    <dgm:cxn modelId="{A4124C79-6631-4B80-BCD8-B7E6F1A3762E}" type="presParOf" srcId="{4A7BC3B9-3EE0-4219-B637-E61FCA3AE0F7}" destId="{06EBD043-B6A6-4540-94B3-C88EEC3439ED}" srcOrd="0" destOrd="0" presId="urn:microsoft.com/office/officeart/2005/8/layout/process1"/>
    <dgm:cxn modelId="{790C89B2-EB4F-44E5-8BDA-1CB25B06EF73}" type="presParOf" srcId="{13BE28DE-5CB2-423B-8980-A7164E78DDD6}" destId="{D8FC0621-E850-435F-BF64-2A0A1E182ED9}" srcOrd="10" destOrd="0" presId="urn:microsoft.com/office/officeart/2005/8/layout/process1"/>
    <dgm:cxn modelId="{0AAC0E53-1E44-4E5A-8835-94B33A89EDD1}" type="presParOf" srcId="{13BE28DE-5CB2-423B-8980-A7164E78DDD6}" destId="{3447C27F-C046-4370-B6D8-C3C89B3559E5}" srcOrd="11" destOrd="0" presId="urn:microsoft.com/office/officeart/2005/8/layout/process1"/>
    <dgm:cxn modelId="{F2D67911-8F38-4DAA-9EE0-272897124D70}" type="presParOf" srcId="{3447C27F-C046-4370-B6D8-C3C89B3559E5}" destId="{A3452142-75AA-4AAB-9A3E-752C3CE29B98}" srcOrd="0" destOrd="0" presId="urn:microsoft.com/office/officeart/2005/8/layout/process1"/>
    <dgm:cxn modelId="{BFC09639-7AC7-44CC-9966-4A7F29A0808D}" type="presParOf" srcId="{13BE28DE-5CB2-423B-8980-A7164E78DDD6}" destId="{3AEBF933-564D-4648-B6F4-02CF512C7026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E0D975-DD16-415F-84AE-393AB09BEB16}">
      <dsp:nvSpPr>
        <dsp:cNvPr id="0" name=""/>
        <dsp:cNvSpPr/>
      </dsp:nvSpPr>
      <dsp:spPr>
        <a:xfrm>
          <a:off x="17372" y="6650398"/>
          <a:ext cx="1859878" cy="8839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263" y="6676289"/>
        <a:ext cx="1808096" cy="832209"/>
      </dsp:txXfrm>
    </dsp:sp>
    <dsp:sp modelId="{40EC6853-3A5B-4A8F-8CE5-9C0C13409757}">
      <dsp:nvSpPr>
        <dsp:cNvPr id="0" name=""/>
        <dsp:cNvSpPr/>
      </dsp:nvSpPr>
      <dsp:spPr>
        <a:xfrm>
          <a:off x="2075689" y="6846331"/>
          <a:ext cx="420688" cy="492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75689" y="6944756"/>
        <a:ext cx="294482" cy="295275"/>
      </dsp:txXfrm>
    </dsp:sp>
    <dsp:sp modelId="{91C52345-16D9-4148-8C97-8E0A2903340E}">
      <dsp:nvSpPr>
        <dsp:cNvPr id="0" name=""/>
        <dsp:cNvSpPr/>
      </dsp:nvSpPr>
      <dsp:spPr>
        <a:xfrm>
          <a:off x="2671002" y="6751952"/>
          <a:ext cx="2314876" cy="6808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 Interface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90944" y="6771894"/>
        <a:ext cx="2274992" cy="641000"/>
      </dsp:txXfrm>
    </dsp:sp>
    <dsp:sp modelId="{D4FFE54B-3304-4986-B602-A80010AC8A1A}">
      <dsp:nvSpPr>
        <dsp:cNvPr id="0" name=""/>
        <dsp:cNvSpPr/>
      </dsp:nvSpPr>
      <dsp:spPr>
        <a:xfrm>
          <a:off x="5184317" y="6846331"/>
          <a:ext cx="420688" cy="492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84317" y="6944756"/>
        <a:ext cx="294482" cy="295275"/>
      </dsp:txXfrm>
    </dsp:sp>
    <dsp:sp modelId="{478D1D3A-3E57-4C74-AE7C-32A2766F9A78}">
      <dsp:nvSpPr>
        <dsp:cNvPr id="0" name=""/>
        <dsp:cNvSpPr/>
      </dsp:nvSpPr>
      <dsp:spPr>
        <a:xfrm>
          <a:off x="5779630" y="6745961"/>
          <a:ext cx="2485314" cy="6928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File Processing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99923" y="6766254"/>
        <a:ext cx="2444728" cy="652279"/>
      </dsp:txXfrm>
    </dsp:sp>
    <dsp:sp modelId="{A934F660-68E3-48ED-9A40-499FF182BB6D}">
      <dsp:nvSpPr>
        <dsp:cNvPr id="0" name=""/>
        <dsp:cNvSpPr/>
      </dsp:nvSpPr>
      <dsp:spPr>
        <a:xfrm>
          <a:off x="8463383" y="6846331"/>
          <a:ext cx="420688" cy="492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463383" y="6944756"/>
        <a:ext cx="294482" cy="295275"/>
      </dsp:txXfrm>
    </dsp:sp>
    <dsp:sp modelId="{AD8D39AA-D320-42A7-A52F-FBCC17B6A3A0}">
      <dsp:nvSpPr>
        <dsp:cNvPr id="0" name=""/>
        <dsp:cNvSpPr/>
      </dsp:nvSpPr>
      <dsp:spPr>
        <a:xfrm>
          <a:off x="9058696" y="6368075"/>
          <a:ext cx="3487584" cy="14486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AES Encryption and Key generation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101125" y="6410504"/>
        <a:ext cx="3402726" cy="1363780"/>
      </dsp:txXfrm>
    </dsp:sp>
    <dsp:sp modelId="{627B954F-213D-4D72-8408-F9C6A02C4EF8}">
      <dsp:nvSpPr>
        <dsp:cNvPr id="0" name=""/>
        <dsp:cNvSpPr/>
      </dsp:nvSpPr>
      <dsp:spPr>
        <a:xfrm rot="5450591">
          <a:off x="10470894" y="8176945"/>
          <a:ext cx="624021" cy="492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0545799" y="8201559"/>
        <a:ext cx="476384" cy="295275"/>
      </dsp:txXfrm>
    </dsp:sp>
    <dsp:sp modelId="{D35530EC-5DA8-415A-A013-6FAE284CDF5A}">
      <dsp:nvSpPr>
        <dsp:cNvPr id="0" name=""/>
        <dsp:cNvSpPr/>
      </dsp:nvSpPr>
      <dsp:spPr>
        <a:xfrm>
          <a:off x="9518199" y="8993985"/>
          <a:ext cx="2496347" cy="11046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Secure storage</a:t>
          </a:r>
        </a:p>
      </dsp:txBody>
      <dsp:txXfrm>
        <a:off x="9550554" y="9026340"/>
        <a:ext cx="2431637" cy="1039965"/>
      </dsp:txXfrm>
    </dsp:sp>
    <dsp:sp modelId="{4A7BC3B9-3EE0-4219-B637-E61FCA3AE0F7}">
      <dsp:nvSpPr>
        <dsp:cNvPr id="0" name=""/>
        <dsp:cNvSpPr/>
      </dsp:nvSpPr>
      <dsp:spPr>
        <a:xfrm rot="10718801">
          <a:off x="8511822" y="9345443"/>
          <a:ext cx="683945" cy="492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8659438" y="9442125"/>
        <a:ext cx="536308" cy="295275"/>
      </dsp:txXfrm>
    </dsp:sp>
    <dsp:sp modelId="{D8FC0621-E850-435F-BF64-2A0A1E182ED9}">
      <dsp:nvSpPr>
        <dsp:cNvPr id="0" name=""/>
        <dsp:cNvSpPr/>
      </dsp:nvSpPr>
      <dsp:spPr>
        <a:xfrm>
          <a:off x="6243717" y="9124612"/>
          <a:ext cx="1984378" cy="1010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AES decryption</a:t>
          </a:r>
        </a:p>
      </dsp:txBody>
      <dsp:txXfrm>
        <a:off x="6273306" y="9154201"/>
        <a:ext cx="1925200" cy="951051"/>
      </dsp:txXfrm>
    </dsp:sp>
    <dsp:sp modelId="{3447C27F-C046-4370-B6D8-C3C89B3559E5}">
      <dsp:nvSpPr>
        <dsp:cNvPr id="0" name=""/>
        <dsp:cNvSpPr/>
      </dsp:nvSpPr>
      <dsp:spPr>
        <a:xfrm rot="10851582">
          <a:off x="4911288" y="9355575"/>
          <a:ext cx="905435" cy="492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5058917" y="9455108"/>
        <a:ext cx="757798" cy="295275"/>
      </dsp:txXfrm>
    </dsp:sp>
    <dsp:sp modelId="{3AEBF933-564D-4648-B6F4-02CF512C7026}">
      <dsp:nvSpPr>
        <dsp:cNvPr id="0" name=""/>
        <dsp:cNvSpPr/>
      </dsp:nvSpPr>
      <dsp:spPr>
        <a:xfrm>
          <a:off x="2060881" y="8907852"/>
          <a:ext cx="2474658" cy="13255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Original File Output</a:t>
          </a:r>
        </a:p>
      </dsp:txBody>
      <dsp:txXfrm>
        <a:off x="2099706" y="8946677"/>
        <a:ext cx="2397008" cy="1247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302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6E40-B480-F706-D37D-6B9B5A33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A1EE3-8D3D-F1FD-1A04-7BE97BBFC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7FC69-2C5A-B455-6983-A315C4F98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518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D694-1BF7-A8C5-1EE5-D6DB7878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0F7AF-2A4A-B968-DA49-E946838D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ADC66-8F51-844B-E56B-EC0DADC1D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667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5DB6-37BC-CC3B-B792-D32D32A3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CF471-4F37-A3EA-6FCD-189FC41FA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FD666-FEBD-008B-DEDC-27FB5BC27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776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D9D0-C8A6-76D5-F542-F62D37F0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E8506-167C-C536-3E2A-3C8F13F97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4B1C5-7B08-FAAF-7BBB-7B1E7B2CD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802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C24B9-E8D7-C2AE-FAFC-C296A854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A5922-DE4E-EAAB-FC68-C32991BC0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5D5E6-C602-5B07-BF66-1D49B24F5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70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E46B-4E62-DC85-93A2-0AF28B35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CCF7D-E33F-AA82-9B3A-6EC902D7E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212C2-2B9F-042C-020E-AA5736BB7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621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663F-B0EF-478E-688D-CA07C8F8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44094-8D68-95F6-19FF-0776A96F0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8363B-FE13-5796-A466-F5AF96085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514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05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svgsilh.com/image/28741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1140129" y="2119922"/>
            <a:ext cx="15592730" cy="6366556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Freeform 10"/>
          <p:cNvSpPr/>
          <p:nvPr/>
        </p:nvSpPr>
        <p:spPr>
          <a:xfrm>
            <a:off x="3528989" y="225413"/>
            <a:ext cx="11656887" cy="209273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11"/>
          <p:cNvSpPr txBox="1"/>
          <p:nvPr/>
        </p:nvSpPr>
        <p:spPr>
          <a:xfrm>
            <a:off x="12028805" y="7612268"/>
            <a:ext cx="6259195" cy="227901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/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Vishnu Balaji k(192521320)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Hemanth P (192524297)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Mukesh S (192511069)</a:t>
            </a:r>
          </a:p>
        </p:txBody>
      </p:sp>
      <p:sp>
        <p:nvSpPr>
          <p:cNvPr id="101" name="TextBox 12"/>
          <p:cNvSpPr txBox="1"/>
          <p:nvPr/>
        </p:nvSpPr>
        <p:spPr>
          <a:xfrm>
            <a:off x="439103" y="7955884"/>
            <a:ext cx="4132897" cy="106118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ts val="4300"/>
              </a:lnSpc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Dr. S K Aruna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2C6E0-7607-5651-FFBB-7B4B8FC62F69}"/>
              </a:ext>
            </a:extLst>
          </p:cNvPr>
          <p:cNvSpPr txBox="1"/>
          <p:nvPr/>
        </p:nvSpPr>
        <p:spPr>
          <a:xfrm>
            <a:off x="2476613" y="3007668"/>
            <a:ext cx="13334772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defRPr sz="48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5400" b="1" dirty="0">
                <a:sym typeface="Times New Roman" panose="02020603050405020304"/>
              </a:rPr>
              <a:t>Cipher Vault: Intelligent Digital Asset Protection System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A776E-5B6D-F7FB-F65E-FFDA6E44F33D}"/>
              </a:ext>
            </a:extLst>
          </p:cNvPr>
          <p:cNvSpPr txBox="1"/>
          <p:nvPr/>
        </p:nvSpPr>
        <p:spPr>
          <a:xfrm>
            <a:off x="2955196" y="4408154"/>
            <a:ext cx="12804471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CSA5107-Cryptography and Network Security</a:t>
            </a: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3243117A-5F16-D4B6-A1BD-8CAE7825D698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A1D2E417-95E4-3ABD-CD03-4F37239EB377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0269-5FA0-A6C1-B4DF-07E21ED0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14A538-A8A7-29D2-4A19-3FC6036C0E03}"/>
              </a:ext>
            </a:extLst>
          </p:cNvPr>
          <p:cNvSpPr txBox="1"/>
          <p:nvPr/>
        </p:nvSpPr>
        <p:spPr>
          <a:xfrm>
            <a:off x="1224536" y="2325818"/>
            <a:ext cx="15838927" cy="82176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File Encryption?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File encryption is the process of converting readable data (plaintext) into unreadable data (ciphertext).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Only authorized users with the correct decryption key can access the original file.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 protects sensitive information from unauthorized access and cyber threats.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confidential files.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data theft.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privacy and integrity.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secure file sharing.</a:t>
            </a: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4C10A-DF27-8906-B0AA-E6351E6E93CC}"/>
              </a:ext>
            </a:extLst>
          </p:cNvPr>
          <p:cNvSpPr txBox="1"/>
          <p:nvPr/>
        </p:nvSpPr>
        <p:spPr>
          <a:xfrm>
            <a:off x="2425700" y="764088"/>
            <a:ext cx="12139112" cy="101566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kumimoji="0" 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                  Introduction</a:t>
            </a:r>
            <a:endParaRPr kumimoji="0" lang="en-IN" sz="6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A181F5CF-6CB6-F3CD-3C8B-0AAE60E56CB3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16F457D-AF3B-F58B-D558-CB450DCB24C6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08419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29EAD-F393-589C-D116-8DEE3077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E08328-9379-E017-52DF-E62E6E93E79A}"/>
              </a:ext>
            </a:extLst>
          </p:cNvPr>
          <p:cNvSpPr txBox="1"/>
          <p:nvPr/>
        </p:nvSpPr>
        <p:spPr>
          <a:xfrm>
            <a:off x="5580856" y="624018"/>
            <a:ext cx="6583363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None/>
            </a:pP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E232F-F542-BCB5-0B86-65016E67A4A2}"/>
              </a:ext>
            </a:extLst>
          </p:cNvPr>
          <p:cNvSpPr txBox="1"/>
          <p:nvPr/>
        </p:nvSpPr>
        <p:spPr>
          <a:xfrm>
            <a:off x="1089218" y="3248416"/>
            <a:ext cx="11740715" cy="563230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stored without encryption can be easily stolen.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passwords make files vulnerable.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users can modify sensitive data.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breaches lead to financial and privacy losses.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sharing of confidential documents remains challenging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EF9E1E-C3EB-CD48-8A54-1183C3B5F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430125" y="2295699"/>
            <a:ext cx="5145023" cy="69045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259A2F3E-A716-C2B5-C7F2-ADF44D3A9F81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3150AA6-2552-4834-3F43-A4D1C44F5AC3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64726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D3573-BAAF-117B-8AFA-2B229BFD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196C65-D583-2143-D160-090ED315B1D3}"/>
              </a:ext>
            </a:extLst>
          </p:cNvPr>
          <p:cNvSpPr txBox="1"/>
          <p:nvPr/>
        </p:nvSpPr>
        <p:spPr>
          <a:xfrm>
            <a:off x="1872554" y="3590968"/>
            <a:ext cx="12751496" cy="470897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Encrypt files using strong cryptographic algorithms.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only authorized users to decrypt files.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	o Maintain data confidentiality and integrity.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storage and file sharing.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user-friendly encryption application.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C31F5-DCC6-C77D-70CC-4AED303E04D7}"/>
              </a:ext>
            </a:extLst>
          </p:cNvPr>
          <p:cNvSpPr txBox="1"/>
          <p:nvPr/>
        </p:nvSpPr>
        <p:spPr>
          <a:xfrm>
            <a:off x="5930204" y="992862"/>
            <a:ext cx="4636196" cy="101566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OBJECTIVES</a:t>
            </a:r>
            <a:endParaRPr kumimoji="0" lang="en-IN" sz="6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C64734D-6515-20ED-72A0-3D1157573D54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370BAE28-747E-BA11-A6AA-F84AED043AF9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9796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A680-4220-727B-512A-74FD4B5BF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7">
            <a:extLst>
              <a:ext uri="{FF2B5EF4-FFF2-40B4-BE49-F238E27FC236}">
                <a16:creationId xmlns:a16="http://schemas.microsoft.com/office/drawing/2014/main" id="{79CF38D2-EC58-95A5-EF71-DD839FB62465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Freeform 8">
            <a:extLst>
              <a:ext uri="{FF2B5EF4-FFF2-40B4-BE49-F238E27FC236}">
                <a16:creationId xmlns:a16="http://schemas.microsoft.com/office/drawing/2014/main" id="{D8FEF831-0F84-7457-BE80-534D673D6464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DF3B6-4AE6-0BAD-1BA1-D531C19D2747}"/>
              </a:ext>
            </a:extLst>
          </p:cNvPr>
          <p:cNvSpPr txBox="1"/>
          <p:nvPr/>
        </p:nvSpPr>
        <p:spPr>
          <a:xfrm>
            <a:off x="1701800" y="2425700"/>
            <a:ext cx="10363199" cy="5232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E21134-7CAF-2331-D876-FD2F8BD74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071840"/>
              </p:ext>
            </p:extLst>
          </p:nvPr>
        </p:nvGraphicFramePr>
        <p:xfrm>
          <a:off x="1193800" y="2692400"/>
          <a:ext cx="15900400" cy="6896099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180080">
                  <a:extLst>
                    <a:ext uri="{9D8B030D-6E8A-4147-A177-3AD203B41FA5}">
                      <a16:colId xmlns:a16="http://schemas.microsoft.com/office/drawing/2014/main" val="916408716"/>
                    </a:ext>
                  </a:extLst>
                </a:gridCol>
                <a:gridCol w="3180080">
                  <a:extLst>
                    <a:ext uri="{9D8B030D-6E8A-4147-A177-3AD203B41FA5}">
                      <a16:colId xmlns:a16="http://schemas.microsoft.com/office/drawing/2014/main" val="4084582974"/>
                    </a:ext>
                  </a:extLst>
                </a:gridCol>
                <a:gridCol w="3180080">
                  <a:extLst>
                    <a:ext uri="{9D8B030D-6E8A-4147-A177-3AD203B41FA5}">
                      <a16:colId xmlns:a16="http://schemas.microsoft.com/office/drawing/2014/main" val="985270013"/>
                    </a:ext>
                  </a:extLst>
                </a:gridCol>
                <a:gridCol w="3180080">
                  <a:extLst>
                    <a:ext uri="{9D8B030D-6E8A-4147-A177-3AD203B41FA5}">
                      <a16:colId xmlns:a16="http://schemas.microsoft.com/office/drawing/2014/main" val="1162233984"/>
                    </a:ext>
                  </a:extLst>
                </a:gridCol>
                <a:gridCol w="3180080">
                  <a:extLst>
                    <a:ext uri="{9D8B030D-6E8A-4147-A177-3AD203B41FA5}">
                      <a16:colId xmlns:a16="http://schemas.microsoft.com/office/drawing/2014/main" val="962163792"/>
                    </a:ext>
                  </a:extLst>
                </a:gridCol>
              </a:tblGrid>
              <a:tr h="5910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/ Year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Study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138048"/>
                  </a:ext>
                </a:extLst>
              </a:tr>
              <a:tr h="9851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Rivest et al. (1978)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 Public Key Cryptography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secure public-key encryption for data protection.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for encrypting large files.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5936939"/>
                  </a:ext>
                </a:extLst>
              </a:tr>
              <a:tr h="9851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Daemen &amp; Rijmen (2001)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Encryption Standard (AES)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AES-128/192/256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fast, secure, and efficient symmetric encryption.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secure key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532898"/>
                  </a:ext>
                </a:extLst>
              </a:tr>
              <a:tr h="9851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Menezes et al. (1996)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Handbook of Applied Cryptography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Various Cryptographic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reference for encryption techniques and secure communication.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theoretical with limited implementation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614391"/>
                  </a:ext>
                </a:extLst>
              </a:tr>
              <a:tr h="9851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Stallings (2017)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Cryptography and Network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AES, RSA, Hash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Explains modern cryptographic algorithms and security principles.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more on concepts than practical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4778602"/>
                  </a:ext>
                </a:extLst>
              </a:tr>
              <a:tr h="9851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NIST (2001)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FIPS-197: Advanced Encryption 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 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Established AES as the global standard for secure data encryption.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specify methods for secure key distribution.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99935"/>
                  </a:ext>
                </a:extLst>
              </a:tr>
              <a:tr h="1379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Research (2023–2025)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Cloud File Encryption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 with Cloud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that combining AES with secure cloud storage enhances data confidentiality and access control.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may decrease for very large datasets or resource-constrained devices.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9989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53AE5C9-218D-3505-A403-B37A6D5D88DE}"/>
              </a:ext>
            </a:extLst>
          </p:cNvPr>
          <p:cNvSpPr txBox="1"/>
          <p:nvPr/>
        </p:nvSpPr>
        <p:spPr>
          <a:xfrm>
            <a:off x="4921424" y="668118"/>
            <a:ext cx="8445152" cy="101566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LITERATURE RIVIEW</a:t>
            </a:r>
            <a:endParaRPr kumimoji="0" lang="en-IN" sz="6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6646878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A9A2B3A4-3AA5-4046-F28C-8D0F9BD61CB2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1CCBEA67-B395-7AEF-E545-C240B091C516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A4BA6-011D-F304-76B2-E6D35A595480}"/>
              </a:ext>
            </a:extLst>
          </p:cNvPr>
          <p:cNvSpPr txBox="1"/>
          <p:nvPr/>
        </p:nvSpPr>
        <p:spPr>
          <a:xfrm>
            <a:off x="4369409" y="587973"/>
            <a:ext cx="9549182" cy="923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SYSTEM ARCHITECHTURE</a:t>
            </a:r>
            <a:endParaRPr kumimoji="0" lang="en-IN" sz="5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5842E46-1B40-2759-1C29-9C3B4A407D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4578375"/>
              </p:ext>
            </p:extLst>
          </p:nvPr>
        </p:nvGraphicFramePr>
        <p:xfrm>
          <a:off x="3048000" y="10795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BCF4E4C-77AF-1D11-C192-63AB614618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2858242"/>
              </p:ext>
            </p:extLst>
          </p:nvPr>
        </p:nvGraphicFramePr>
        <p:xfrm>
          <a:off x="3048000" y="-3066623"/>
          <a:ext cx="21900293" cy="14184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9833838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58BF-A152-56A6-983A-E933F848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2B52F1-0122-EBBA-4F60-8B81891940DE}"/>
              </a:ext>
            </a:extLst>
          </p:cNvPr>
          <p:cNvSpPr txBox="1"/>
          <p:nvPr/>
        </p:nvSpPr>
        <p:spPr>
          <a:xfrm>
            <a:off x="3117444" y="755389"/>
            <a:ext cx="10740037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49C1F-4788-7F9E-F0A9-0DA0F3FF2177}"/>
              </a:ext>
            </a:extLst>
          </p:cNvPr>
          <p:cNvSpPr txBox="1"/>
          <p:nvPr/>
        </p:nvSpPr>
        <p:spPr>
          <a:xfrm>
            <a:off x="1089218" y="2509715"/>
            <a:ext cx="15192375" cy="73904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Secure File Encryption System: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secret encryption key.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encrypted file safely.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Decrypts the file only with the correct key. 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security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encryption and decryption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 of unauthorized access</a:t>
            </a: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61814B76-D92F-A578-147C-0656265D5555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2E02480-4B9B-A4D2-4FE8-2FB784AB7D71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50387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6BCD-E323-A5C4-7998-B882E727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C6B612-134A-8B6F-C6E3-53D5DFB0D1A8}"/>
              </a:ext>
            </a:extLst>
          </p:cNvPr>
          <p:cNvSpPr txBox="1"/>
          <p:nvPr/>
        </p:nvSpPr>
        <p:spPr>
          <a:xfrm>
            <a:off x="3543300" y="587012"/>
            <a:ext cx="11201400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User Authentication &amp; Access Control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04612-22DD-4E19-1E39-CD7DBF78597C}"/>
              </a:ext>
            </a:extLst>
          </p:cNvPr>
          <p:cNvSpPr txBox="1"/>
          <p:nvPr/>
        </p:nvSpPr>
        <p:spPr>
          <a:xfrm>
            <a:off x="1089218" y="2379438"/>
            <a:ext cx="15544799" cy="77708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Ensures that only authorized users can access the system and perform encryption or decryption operations.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registration and secure login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Password-based authentication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permission verification  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Session management for secure access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unauthorized access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only verified users can manage files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overall system security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99DA5524-6443-C315-745C-08781367ADC7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8ED62F1-FCE5-CE7F-4F6D-9D4C0AC179EB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75711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62A5-875A-F292-20DB-8D321875E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C7D4B5-C595-2CC7-FFFC-4D9816AA60FD}"/>
              </a:ext>
            </a:extLst>
          </p:cNvPr>
          <p:cNvSpPr txBox="1"/>
          <p:nvPr/>
        </p:nvSpPr>
        <p:spPr>
          <a:xfrm>
            <a:off x="3713859" y="549776"/>
            <a:ext cx="10860281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File Encryption &amp; Secure Storage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28069-2723-1D9E-0519-2546F6101C1C}"/>
              </a:ext>
            </a:extLst>
          </p:cNvPr>
          <p:cNvSpPr txBox="1"/>
          <p:nvPr/>
        </p:nvSpPr>
        <p:spPr>
          <a:xfrm>
            <a:off x="1089218" y="2488768"/>
            <a:ext cx="13096682" cy="74015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confidential files by converting them into encrypted data before storage.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selection and upload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 encryption process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encryption key generation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storage of encrypted files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data confidentiality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files from unauthorized viewing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storage of sensitive information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21D29DD-5A09-F0BA-4DEE-F92398A42C03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33F27F85-45A2-6ED0-F7FA-301223B92FDD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419405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389045-C50B-097F-237A-411991AC6E60}"/>
              </a:ext>
            </a:extLst>
          </p:cNvPr>
          <p:cNvSpPr txBox="1"/>
          <p:nvPr/>
        </p:nvSpPr>
        <p:spPr>
          <a:xfrm>
            <a:off x="3713859" y="549776"/>
            <a:ext cx="10860281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Secure File Retrieval &amp; Decryption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8A13A-69F0-77B3-102E-9E5CC6D354CD}"/>
              </a:ext>
            </a:extLst>
          </p:cNvPr>
          <p:cNvSpPr txBox="1"/>
          <p:nvPr/>
        </p:nvSpPr>
        <p:spPr>
          <a:xfrm>
            <a:off x="1089218" y="2488768"/>
            <a:ext cx="13096682" cy="74015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authorized users to recover encrypted files in their original format.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identity verification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retrieval of encrypted files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using the correct encryption key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or view the original file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Restores files accurately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decryption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reliable file access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8DBE0B7-ACBF-0549-24A2-72F2456018C6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BC77F91E-6F31-D619-5C84-323A6EB6AF98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38199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4CA76-8565-BD3E-F779-6E978745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B1204F-C91C-F801-C142-70AB4103C1DD}"/>
              </a:ext>
            </a:extLst>
          </p:cNvPr>
          <p:cNvSpPr/>
          <p:nvPr/>
        </p:nvSpPr>
        <p:spPr>
          <a:xfrm>
            <a:off x="2413453" y="7358058"/>
            <a:ext cx="1843065" cy="914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457ECB-A576-241B-FCAC-E5420062749C}"/>
              </a:ext>
            </a:extLst>
          </p:cNvPr>
          <p:cNvSpPr/>
          <p:nvPr/>
        </p:nvSpPr>
        <p:spPr>
          <a:xfrm>
            <a:off x="6001827" y="7358058"/>
            <a:ext cx="1843065" cy="1116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917A4-C6CE-7893-BF92-54A10599E5F1}"/>
              </a:ext>
            </a:extLst>
          </p:cNvPr>
          <p:cNvSpPr txBox="1"/>
          <p:nvPr/>
        </p:nvSpPr>
        <p:spPr>
          <a:xfrm>
            <a:off x="3402709" y="781728"/>
            <a:ext cx="11482581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A1DDE-BD4A-7924-09FF-38E1BA3E69A0}"/>
              </a:ext>
            </a:extLst>
          </p:cNvPr>
          <p:cNvSpPr txBox="1"/>
          <p:nvPr/>
        </p:nvSpPr>
        <p:spPr>
          <a:xfrm>
            <a:off x="1089218" y="2534869"/>
            <a:ext cx="10336213" cy="310854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(Advanced Encryption Standard):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key algorithm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128-bit, 192-bit and 256-bit keys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fast and secure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banking, cloud storage and government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05C76-712C-2809-78B4-A279391A27D9}"/>
              </a:ext>
            </a:extLst>
          </p:cNvPr>
          <p:cNvSpPr txBox="1"/>
          <p:nvPr/>
        </p:nvSpPr>
        <p:spPr>
          <a:xfrm>
            <a:off x="1089218" y="5853231"/>
            <a:ext cx="914400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Process: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1E706-119A-00A2-77D7-14AB94DA9E0B}"/>
              </a:ext>
            </a:extLst>
          </p:cNvPr>
          <p:cNvSpPr txBox="1"/>
          <p:nvPr/>
        </p:nvSpPr>
        <p:spPr>
          <a:xfrm>
            <a:off x="2566947" y="7500215"/>
            <a:ext cx="1722051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text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3C6B1-1764-6A12-0D9E-8AE59081700D}"/>
              </a:ext>
            </a:extLst>
          </p:cNvPr>
          <p:cNvSpPr txBox="1"/>
          <p:nvPr/>
        </p:nvSpPr>
        <p:spPr>
          <a:xfrm>
            <a:off x="6034307" y="7500215"/>
            <a:ext cx="1778106" cy="954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Encryption Key</a:t>
            </a:r>
            <a:endParaRPr kumimoji="0" lang="en-IN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AB354C5-45F4-3F03-359E-44E83A77943A}"/>
              </a:ext>
            </a:extLst>
          </p:cNvPr>
          <p:cNvSpPr/>
          <p:nvPr/>
        </p:nvSpPr>
        <p:spPr>
          <a:xfrm>
            <a:off x="9525242" y="7368188"/>
            <a:ext cx="1836000" cy="972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66193A-C2B0-6F7E-1971-F9D8905EB3B7}"/>
              </a:ext>
            </a:extLst>
          </p:cNvPr>
          <p:cNvSpPr txBox="1"/>
          <p:nvPr/>
        </p:nvSpPr>
        <p:spPr>
          <a:xfrm>
            <a:off x="9285960" y="7396553"/>
            <a:ext cx="2160000" cy="954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AES Encryption</a:t>
            </a:r>
            <a:endParaRPr kumimoji="0" lang="en-IN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4224635-9A4D-15E7-B341-CBA23E962901}"/>
              </a:ext>
            </a:extLst>
          </p:cNvPr>
          <p:cNvSpPr/>
          <p:nvPr/>
        </p:nvSpPr>
        <p:spPr>
          <a:xfrm>
            <a:off x="12958101" y="7368188"/>
            <a:ext cx="1937603" cy="9144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34535F-6FED-4020-82A3-76225C565B87}"/>
              </a:ext>
            </a:extLst>
          </p:cNvPr>
          <p:cNvSpPr txBox="1"/>
          <p:nvPr/>
        </p:nvSpPr>
        <p:spPr>
          <a:xfrm>
            <a:off x="13022543" y="7500217"/>
            <a:ext cx="1937603" cy="5232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Cipher Text</a:t>
            </a:r>
            <a:endParaRPr kumimoji="0" lang="en-IN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5CAABEB-F84D-46A9-2E92-D1DACB8DE058}"/>
              </a:ext>
            </a:extLst>
          </p:cNvPr>
          <p:cNvSpPr/>
          <p:nvPr/>
        </p:nvSpPr>
        <p:spPr>
          <a:xfrm rot="16200000">
            <a:off x="4889501" y="7594561"/>
            <a:ext cx="317500" cy="447911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i="0" u="none" strike="noStrike" normalizeH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1D4698A-DE33-31DE-700D-8B4FAC09EF85}"/>
              </a:ext>
            </a:extLst>
          </p:cNvPr>
          <p:cNvSpPr/>
          <p:nvPr/>
        </p:nvSpPr>
        <p:spPr>
          <a:xfrm rot="16200000">
            <a:off x="8390437" y="7589535"/>
            <a:ext cx="317500" cy="447911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i="0" u="none" strike="noStrike" normalizeH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7DCAE76-11D4-C14E-2F30-2B8462BBB6FB}"/>
              </a:ext>
            </a:extLst>
          </p:cNvPr>
          <p:cNvSpPr/>
          <p:nvPr/>
        </p:nvSpPr>
        <p:spPr>
          <a:xfrm rot="16200000">
            <a:off x="11917470" y="7589535"/>
            <a:ext cx="317500" cy="447911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i="0" u="none" strike="noStrike" normalizeH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74B6573D-A514-BF8C-ABCD-FF371115FA21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03BF45D2-3C6C-B87C-DF5A-D6A300728165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109717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6"/>
          <p:cNvSpPr/>
          <p:nvPr/>
        </p:nvSpPr>
        <p:spPr>
          <a:xfrm>
            <a:off x="3936302" y="4648619"/>
            <a:ext cx="10799445" cy="15573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5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ctr" eaLnBrk="0">
              <a:lnSpc>
                <a:spcPct val="69000"/>
              </a:lnSpc>
            </a:pPr>
            <a:r>
              <a:rPr sz="14400" spc="-60" dirty="0">
                <a:solidFill>
                  <a:srgbClr val="000000">
                    <a:alpha val="100000"/>
                  </a:srgbClr>
                </a:solidFill>
                <a:latin typeface="Algerian" panose="04020705040A02060702" pitchFamily="82" charset="0"/>
                <a:ea typeface="Times New Roman" panose="02020603050405020304"/>
                <a:cs typeface="Times New Roman" panose="02020603050405020304"/>
              </a:rPr>
              <a:t>THANK YOU</a:t>
            </a:r>
            <a:endParaRPr sz="14400" dirty="0">
              <a:latin typeface="Algerian" panose="04020705040A02060702" pitchFamily="82" charset="0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C61EF9A5-7ACA-A5DE-3F2A-7C0124D7FCBC}"/>
              </a:ext>
            </a:extLst>
          </p:cNvPr>
          <p:cNvSpPr/>
          <p:nvPr/>
        </p:nvSpPr>
        <p:spPr>
          <a:xfrm>
            <a:off x="16598901" y="209890"/>
            <a:ext cx="1333500" cy="13014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39C3FEEC-4102-7BAF-794D-BB7559EE2089}"/>
              </a:ext>
            </a:extLst>
          </p:cNvPr>
          <p:cNvSpPr/>
          <p:nvPr/>
        </p:nvSpPr>
        <p:spPr>
          <a:xfrm>
            <a:off x="213990" y="209890"/>
            <a:ext cx="1132210" cy="13014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698</Words>
  <Application>Microsoft Office PowerPoint</Application>
  <PresentationFormat>Custom</PresentationFormat>
  <Paragraphs>136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VISWA SANKAR</dc:creator>
  <cp:keywords>VENKATA PRASADH REDDY</cp:keywords>
  <cp:lastModifiedBy>KA VISHNU</cp:lastModifiedBy>
  <cp:revision>88</cp:revision>
  <dcterms:created xsi:type="dcterms:W3CDTF">2026-06-14T12:15:00Z</dcterms:created>
  <dcterms:modified xsi:type="dcterms:W3CDTF">2026-07-28T04:39:39Z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51D6A701CB77437C81B89BB90DA8A435_13</vt:lpwstr>
  </property>
</Properties>
</file>